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embeddedFontLst>
    <p:embeddedFont>
      <p:font typeface="MiSans" panose="020B0604020202020204" charset="-122"/>
      <p:regular r:id="rId18"/>
    </p:embeddedFont>
    <p:embeddedFont>
      <p:font typeface="Quattrocento Sans" panose="020B0502050000020003" pitchFamily="3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66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84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65247ac985ae7d66f496df08c84fda1bd5321b6.jpg"/>
          <p:cNvPicPr>
            <a:picLocks noChangeAspect="1"/>
          </p:cNvPicPr>
          <p:nvPr/>
        </p:nvPicPr>
        <p:blipFill>
          <a:blip r:embed="rId3"/>
          <a:srcRect l="-56460" r="-564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6A4F">
                  <a:alpha val="13000"/>
                </a:srgbClr>
              </a:gs>
              <a:gs pos="30000">
                <a:srgbClr val="2D6A4F">
                  <a:alpha val="53000"/>
                </a:srgbClr>
              </a:gs>
              <a:gs pos="100000">
                <a:srgbClr val="2D6A4F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70000" y="3048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Как проверить коммунальные</a:t>
            </a:r>
            <a:endParaRPr lang="en-US" sz="4400" dirty="0"/>
          </a:p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платежи через телефон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540000" y="48260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EFC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Простая инструкция для пенсионеров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23000" y="5842000"/>
            <a:ext cx="3810000" cy="38100"/>
          </a:xfrm>
          <a:prstGeom prst="rect">
            <a:avLst/>
          </a:prstGeom>
          <a:solidFill>
            <a:srgbClr val="D4A373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 чём расскажем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254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4572000" cy="6096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905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89200" y="2540000"/>
            <a:ext cx="1117600" cy="111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489200" y="2540000"/>
            <a:ext cx="11176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393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</a:t>
            </a:r>
            <a:r>
              <a:rPr lang="en-US" sz="2800" dirty="0" err="1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аша</a:t>
            </a:r>
            <a:r>
              <a:rPr lang="en-US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ситуация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457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Почему приходят большие счета и что можно сделать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972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0" y="0"/>
                </a:moveTo>
                <a:cubicBezTo>
                  <a:pt x="4556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45561" y="609600"/>
                  <a:pt x="101600" y="609600"/>
                </a:cubicBezTo>
                <a:lnTo>
                  <a:pt x="508000" y="609600"/>
                </a:lnTo>
                <a:cubicBezTo>
                  <a:pt x="564039" y="609600"/>
                  <a:pt x="609600" y="575429"/>
                  <a:pt x="609600" y="533400"/>
                </a:cubicBezTo>
                <a:lnTo>
                  <a:pt x="609600" y="203002"/>
                </a:lnTo>
                <a:cubicBezTo>
                  <a:pt x="609600" y="182761"/>
                  <a:pt x="598964" y="163354"/>
                  <a:pt x="579914" y="149066"/>
                </a:cubicBezTo>
                <a:lnTo>
                  <a:pt x="410686" y="22265"/>
                </a:lnTo>
                <a:cubicBezTo>
                  <a:pt x="391636" y="7977"/>
                  <a:pt x="365919" y="0"/>
                  <a:pt x="338931" y="0"/>
                </a:cubicBezTo>
                <a:lnTo>
                  <a:pt x="101600" y="0"/>
                </a:lnTo>
                <a:close/>
                <a:moveTo>
                  <a:pt x="516731" y="209550"/>
                </a:moveTo>
                <a:lnTo>
                  <a:pt x="368300" y="209550"/>
                </a:lnTo>
                <a:cubicBezTo>
                  <a:pt x="347186" y="209550"/>
                  <a:pt x="330200" y="196810"/>
                  <a:pt x="330200" y="180975"/>
                </a:cubicBezTo>
                <a:lnTo>
                  <a:pt x="330200" y="69652"/>
                </a:lnTo>
                <a:lnTo>
                  <a:pt x="516731" y="209550"/>
                </a:lnTo>
                <a:close/>
                <a:moveTo>
                  <a:pt x="101600" y="457200"/>
                </a:moveTo>
                <a:lnTo>
                  <a:pt x="101600" y="381000"/>
                </a:lnTo>
                <a:cubicBezTo>
                  <a:pt x="101600" y="359926"/>
                  <a:pt x="124301" y="342900"/>
                  <a:pt x="152400" y="342900"/>
                </a:cubicBezTo>
                <a:lnTo>
                  <a:pt x="457200" y="342900"/>
                </a:lnTo>
                <a:cubicBezTo>
                  <a:pt x="485299" y="342900"/>
                  <a:pt x="508000" y="359926"/>
                  <a:pt x="508000" y="381000"/>
                </a:cubicBezTo>
                <a:lnTo>
                  <a:pt x="508000" y="457200"/>
                </a:lnTo>
                <a:cubicBezTo>
                  <a:pt x="508000" y="478274"/>
                  <a:pt x="485299" y="495300"/>
                  <a:pt x="457200" y="495300"/>
                </a:cubicBezTo>
                <a:lnTo>
                  <a:pt x="152400" y="495300"/>
                </a:lnTo>
                <a:cubicBezTo>
                  <a:pt x="124301" y="495300"/>
                  <a:pt x="101600" y="478274"/>
                  <a:pt x="101600" y="457200"/>
                </a:cubicBezTo>
                <a:close/>
                <a:moveTo>
                  <a:pt x="139700" y="76200"/>
                </a:moveTo>
                <a:lnTo>
                  <a:pt x="215900" y="76200"/>
                </a:lnTo>
                <a:cubicBezTo>
                  <a:pt x="237014" y="76200"/>
                  <a:pt x="254000" y="88940"/>
                  <a:pt x="254000" y="104775"/>
                </a:cubicBezTo>
                <a:cubicBezTo>
                  <a:pt x="254000" y="120610"/>
                  <a:pt x="237014" y="133350"/>
                  <a:pt x="215900" y="133350"/>
                </a:cubicBezTo>
                <a:lnTo>
                  <a:pt x="139700" y="133350"/>
                </a:lnTo>
                <a:cubicBezTo>
                  <a:pt x="118586" y="133350"/>
                  <a:pt x="101600" y="120610"/>
                  <a:pt x="101600" y="104775"/>
                </a:cubicBezTo>
                <a:cubicBezTo>
                  <a:pt x="101600" y="88940"/>
                  <a:pt x="118586" y="76200"/>
                  <a:pt x="139700" y="76200"/>
                </a:cubicBezTo>
                <a:close/>
                <a:moveTo>
                  <a:pt x="139700" y="190500"/>
                </a:moveTo>
                <a:lnTo>
                  <a:pt x="215900" y="190500"/>
                </a:lnTo>
                <a:cubicBezTo>
                  <a:pt x="237014" y="190500"/>
                  <a:pt x="254000" y="203240"/>
                  <a:pt x="254000" y="219075"/>
                </a:cubicBezTo>
                <a:cubicBezTo>
                  <a:pt x="254000" y="234910"/>
                  <a:pt x="237014" y="247650"/>
                  <a:pt x="215900" y="247650"/>
                </a:cubicBezTo>
                <a:lnTo>
                  <a:pt x="139700" y="247650"/>
                </a:lnTo>
                <a:cubicBezTo>
                  <a:pt x="118586" y="247650"/>
                  <a:pt x="101600" y="234910"/>
                  <a:pt x="101600" y="219075"/>
                </a:cubicBezTo>
                <a:cubicBezTo>
                  <a:pt x="101600" y="203240"/>
                  <a:pt x="118586" y="190500"/>
                  <a:pt x="139700" y="190500"/>
                </a:cubicBezTo>
                <a:close/>
              </a:path>
            </a:pathLst>
          </a:custGeom>
          <a:solidFill>
            <a:srgbClr val="8B9D83"/>
          </a:solidFill>
          <a:ln/>
        </p:spPr>
      </p:sp>
      <p:sp>
        <p:nvSpPr>
          <p:cNvPr id="10" name="Shape 8"/>
          <p:cNvSpPr/>
          <p:nvPr/>
        </p:nvSpPr>
        <p:spPr>
          <a:xfrm>
            <a:off x="5842000" y="2032000"/>
            <a:ext cx="4572000" cy="6096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905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69200" y="2540000"/>
            <a:ext cx="1117600" cy="111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7569200" y="2540000"/>
            <a:ext cx="11176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23000" y="393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Установка приложения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3000" y="457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Всего три простых шага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77200" y="584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203200" y="523875"/>
                </a:moveTo>
                <a:cubicBezTo>
                  <a:pt x="203200" y="539710"/>
                  <a:pt x="220186" y="552450"/>
                  <a:pt x="241300" y="552450"/>
                </a:cubicBezTo>
                <a:lnTo>
                  <a:pt x="368300" y="552450"/>
                </a:lnTo>
                <a:cubicBezTo>
                  <a:pt x="389414" y="552450"/>
                  <a:pt x="406400" y="539710"/>
                  <a:pt x="406400" y="523875"/>
                </a:cubicBezTo>
                <a:cubicBezTo>
                  <a:pt x="406400" y="508040"/>
                  <a:pt x="389414" y="495300"/>
                  <a:pt x="368300" y="495300"/>
                </a:cubicBezTo>
                <a:lnTo>
                  <a:pt x="241300" y="495300"/>
                </a:lnTo>
                <a:cubicBezTo>
                  <a:pt x="220186" y="495300"/>
                  <a:pt x="203200" y="508040"/>
                  <a:pt x="203200" y="523875"/>
                </a:cubicBezTo>
                <a:close/>
                <a:moveTo>
                  <a:pt x="482600" y="76200"/>
                </a:moveTo>
                <a:lnTo>
                  <a:pt x="127000" y="76200"/>
                </a:ln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close/>
              </a:path>
            </a:pathLst>
          </a:custGeom>
          <a:solidFill>
            <a:srgbClr val="8B9D8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2032000"/>
            <a:ext cx="4572000" cy="6096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905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649200" y="2540000"/>
            <a:ext cx="1117600" cy="111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649200" y="2540000"/>
            <a:ext cx="11176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303000" y="393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платежей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303000" y="457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Как найти информацию о платежах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3157200" y="584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52413" y="114300"/>
                </a:moveTo>
                <a:cubicBezTo>
                  <a:pt x="239316" y="114300"/>
                  <a:pt x="228600" y="125016"/>
                  <a:pt x="228600" y="138113"/>
                </a:cubicBezTo>
                <a:lnTo>
                  <a:pt x="228600" y="142875"/>
                </a:lnTo>
                <a:cubicBezTo>
                  <a:pt x="194310" y="143232"/>
                  <a:pt x="166688" y="171093"/>
                  <a:pt x="166688" y="205383"/>
                </a:cubicBezTo>
                <a:cubicBezTo>
                  <a:pt x="166688" y="235982"/>
                  <a:pt x="188714" y="262057"/>
                  <a:pt x="218956" y="267057"/>
                </a:cubicBezTo>
                <a:lnTo>
                  <a:pt x="268605" y="275392"/>
                </a:lnTo>
                <a:cubicBezTo>
                  <a:pt x="275749" y="276582"/>
                  <a:pt x="280988" y="282773"/>
                  <a:pt x="280988" y="290036"/>
                </a:cubicBezTo>
                <a:cubicBezTo>
                  <a:pt x="280988" y="298252"/>
                  <a:pt x="274320" y="304919"/>
                  <a:pt x="266105" y="304919"/>
                </a:cubicBezTo>
                <a:lnTo>
                  <a:pt x="200025" y="304800"/>
                </a:lnTo>
                <a:cubicBezTo>
                  <a:pt x="186928" y="304800"/>
                  <a:pt x="176212" y="315516"/>
                  <a:pt x="176212" y="328613"/>
                </a:cubicBezTo>
                <a:cubicBezTo>
                  <a:pt x="176212" y="341709"/>
                  <a:pt x="186928" y="352425"/>
                  <a:pt x="200025" y="352425"/>
                </a:cubicBezTo>
                <a:lnTo>
                  <a:pt x="228600" y="352425"/>
                </a:lnTo>
                <a:lnTo>
                  <a:pt x="228600" y="357188"/>
                </a:lnTo>
                <a:cubicBezTo>
                  <a:pt x="228600" y="370284"/>
                  <a:pt x="239316" y="381000"/>
                  <a:pt x="252413" y="381000"/>
                </a:cubicBezTo>
                <a:cubicBezTo>
                  <a:pt x="265509" y="381000"/>
                  <a:pt x="276225" y="370284"/>
                  <a:pt x="276225" y="357188"/>
                </a:cubicBezTo>
                <a:lnTo>
                  <a:pt x="276225" y="351592"/>
                </a:lnTo>
                <a:cubicBezTo>
                  <a:pt x="305991" y="346710"/>
                  <a:pt x="328613" y="320993"/>
                  <a:pt x="328613" y="289917"/>
                </a:cubicBezTo>
                <a:cubicBezTo>
                  <a:pt x="328613" y="259318"/>
                  <a:pt x="306586" y="233243"/>
                  <a:pt x="276344" y="228243"/>
                </a:cubicBezTo>
                <a:lnTo>
                  <a:pt x="226695" y="219908"/>
                </a:lnTo>
                <a:cubicBezTo>
                  <a:pt x="219551" y="218718"/>
                  <a:pt x="214312" y="212527"/>
                  <a:pt x="214312" y="205264"/>
                </a:cubicBezTo>
                <a:cubicBezTo>
                  <a:pt x="214312" y="197048"/>
                  <a:pt x="220980" y="190381"/>
                  <a:pt x="229195" y="190381"/>
                </a:cubicBezTo>
                <a:lnTo>
                  <a:pt x="285750" y="190381"/>
                </a:lnTo>
                <a:cubicBezTo>
                  <a:pt x="298847" y="190381"/>
                  <a:pt x="309563" y="179665"/>
                  <a:pt x="309563" y="166568"/>
                </a:cubicBezTo>
                <a:cubicBezTo>
                  <a:pt x="309563" y="153472"/>
                  <a:pt x="298847" y="142756"/>
                  <a:pt x="285750" y="142756"/>
                </a:cubicBezTo>
                <a:lnTo>
                  <a:pt x="276225" y="142756"/>
                </a:lnTo>
                <a:lnTo>
                  <a:pt x="276225" y="137993"/>
                </a:lnTo>
                <a:cubicBezTo>
                  <a:pt x="276225" y="124897"/>
                  <a:pt x="265509" y="114181"/>
                  <a:pt x="252413" y="114181"/>
                </a:cubicBezTo>
                <a:close/>
              </a:path>
            </a:pathLst>
          </a:custGeom>
          <a:solidFill>
            <a:srgbClr val="8B9D83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72c17cac587b0f7da15fd71f6cc8ebf82287171.jpg"/>
          <p:cNvPicPr>
            <a:picLocks noChangeAspect="1"/>
          </p:cNvPicPr>
          <p:nvPr/>
        </p:nvPicPr>
        <p:blipFill>
          <a:blip r:embed="rId3"/>
          <a:srcRect l="-56460" r="-564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6A4F">
                  <a:alpha val="93000"/>
                </a:srgbClr>
              </a:gs>
              <a:gs pos="60000">
                <a:srgbClr val="2D6A4F">
                  <a:alpha val="80000"/>
                </a:srgbClr>
              </a:gs>
              <a:gs pos="100000">
                <a:srgbClr val="2D6A4F">
                  <a:alpha val="3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</a:t>
            </a:r>
            <a:r>
              <a:rPr lang="en-US" sz="4400" dirty="0" err="1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аша</a:t>
            </a: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ситуация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16000" y="4826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Почему приходят большие счета и что можно сделать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произошло?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 платите за коммунальные услуги наличными через кассу банка. Но пришли большие счета. Возможные причины: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921000"/>
            <a:ext cx="4572000" cy="533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89200" y="3429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630698" y="0"/>
                  <a:pt x="812800" y="182102"/>
                  <a:pt x="812800" y="406400"/>
                </a:cubicBezTo>
                <a:cubicBezTo>
                  <a:pt x="812800" y="630698"/>
                  <a:pt x="630698" y="812800"/>
                  <a:pt x="406400" y="812800"/>
                </a:cubicBezTo>
                <a:cubicBezTo>
                  <a:pt x="182102" y="812800"/>
                  <a:pt x="0" y="630698"/>
                  <a:pt x="0" y="406400"/>
                </a:cubicBezTo>
                <a:cubicBezTo>
                  <a:pt x="0" y="182102"/>
                  <a:pt x="182102" y="0"/>
                  <a:pt x="406400" y="0"/>
                </a:cubicBezTo>
                <a:close/>
                <a:moveTo>
                  <a:pt x="368300" y="190500"/>
                </a:moveTo>
                <a:lnTo>
                  <a:pt x="368300" y="406400"/>
                </a:lnTo>
                <a:cubicBezTo>
                  <a:pt x="368300" y="419100"/>
                  <a:pt x="374650" y="431006"/>
                  <a:pt x="385286" y="438150"/>
                </a:cubicBezTo>
                <a:lnTo>
                  <a:pt x="537686" y="539750"/>
                </a:lnTo>
                <a:cubicBezTo>
                  <a:pt x="555149" y="551497"/>
                  <a:pt x="578802" y="546735"/>
                  <a:pt x="590550" y="529114"/>
                </a:cubicBezTo>
                <a:cubicBezTo>
                  <a:pt x="602298" y="511493"/>
                  <a:pt x="597535" y="487998"/>
                  <a:pt x="579914" y="476250"/>
                </a:cubicBezTo>
                <a:lnTo>
                  <a:pt x="444500" y="386080"/>
                </a:lnTo>
                <a:lnTo>
                  <a:pt x="444500" y="190500"/>
                </a:lnTo>
                <a:cubicBezTo>
                  <a:pt x="444500" y="169386"/>
                  <a:pt x="427514" y="152400"/>
                  <a:pt x="406400" y="152400"/>
                </a:cubicBezTo>
                <a:cubicBezTo>
                  <a:pt x="385286" y="152400"/>
                  <a:pt x="368300" y="169386"/>
                  <a:pt x="368300" y="1905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Платеж не дошёл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508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Платеж не дошёл до получателя вовремя из-за задержек в обработке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842000" y="2921000"/>
            <a:ext cx="4572000" cy="533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69200" y="3429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35467" y="0"/>
                </a:moveTo>
                <a:cubicBezTo>
                  <a:pt x="60748" y="0"/>
                  <a:pt x="0" y="45561"/>
                  <a:pt x="0" y="101600"/>
                </a:cubicBezTo>
                <a:lnTo>
                  <a:pt x="0" y="711200"/>
                </a:lnTo>
                <a:cubicBezTo>
                  <a:pt x="0" y="767239"/>
                  <a:pt x="60748" y="812800"/>
                  <a:pt x="135467" y="812800"/>
                </a:cubicBezTo>
                <a:lnTo>
                  <a:pt x="677333" y="812800"/>
                </a:lnTo>
                <a:cubicBezTo>
                  <a:pt x="752052" y="812800"/>
                  <a:pt x="812800" y="767239"/>
                  <a:pt x="812800" y="711200"/>
                </a:cubicBezTo>
                <a:lnTo>
                  <a:pt x="812800" y="101600"/>
                </a:lnTo>
                <a:cubicBezTo>
                  <a:pt x="812800" y="45561"/>
                  <a:pt x="752052" y="0"/>
                  <a:pt x="677333" y="0"/>
                </a:cubicBezTo>
                <a:lnTo>
                  <a:pt x="135467" y="0"/>
                </a:lnTo>
                <a:close/>
                <a:moveTo>
                  <a:pt x="203200" y="101600"/>
                </a:moveTo>
                <a:lnTo>
                  <a:pt x="609600" y="101600"/>
                </a:lnTo>
                <a:cubicBezTo>
                  <a:pt x="647065" y="101600"/>
                  <a:pt x="677333" y="124301"/>
                  <a:pt x="677333" y="152400"/>
                </a:cubicBezTo>
                <a:lnTo>
                  <a:pt x="677333" y="203200"/>
                </a:lnTo>
                <a:cubicBezTo>
                  <a:pt x="677333" y="231299"/>
                  <a:pt x="647065" y="254000"/>
                  <a:pt x="609600" y="254000"/>
                </a:cubicBezTo>
                <a:lnTo>
                  <a:pt x="203200" y="254000"/>
                </a:lnTo>
                <a:cubicBezTo>
                  <a:pt x="165735" y="254000"/>
                  <a:pt x="135467" y="231299"/>
                  <a:pt x="135467" y="203200"/>
                </a:cubicBezTo>
                <a:lnTo>
                  <a:pt x="135467" y="152400"/>
                </a:lnTo>
                <a:cubicBezTo>
                  <a:pt x="135467" y="124301"/>
                  <a:pt x="165735" y="101600"/>
                  <a:pt x="203200" y="101600"/>
                </a:cubicBezTo>
                <a:close/>
                <a:moveTo>
                  <a:pt x="237067" y="368300"/>
                </a:moveTo>
                <a:cubicBezTo>
                  <a:pt x="237067" y="389328"/>
                  <a:pt x="214304" y="406400"/>
                  <a:pt x="186267" y="406400"/>
                </a:cubicBezTo>
                <a:cubicBezTo>
                  <a:pt x="158229" y="406400"/>
                  <a:pt x="135467" y="389328"/>
                  <a:pt x="135467" y="368300"/>
                </a:cubicBezTo>
                <a:cubicBezTo>
                  <a:pt x="135467" y="347272"/>
                  <a:pt x="158229" y="330200"/>
                  <a:pt x="186267" y="330200"/>
                </a:cubicBezTo>
                <a:cubicBezTo>
                  <a:pt x="214304" y="330200"/>
                  <a:pt x="237067" y="347272"/>
                  <a:pt x="237067" y="368300"/>
                </a:cubicBezTo>
                <a:close/>
                <a:moveTo>
                  <a:pt x="406400" y="406400"/>
                </a:moveTo>
                <a:cubicBezTo>
                  <a:pt x="378363" y="406400"/>
                  <a:pt x="355600" y="389328"/>
                  <a:pt x="355600" y="368300"/>
                </a:cubicBezTo>
                <a:cubicBezTo>
                  <a:pt x="355600" y="347272"/>
                  <a:pt x="378363" y="330200"/>
                  <a:pt x="406400" y="330200"/>
                </a:cubicBezTo>
                <a:cubicBezTo>
                  <a:pt x="434437" y="330200"/>
                  <a:pt x="457200" y="347272"/>
                  <a:pt x="457200" y="368300"/>
                </a:cubicBezTo>
                <a:cubicBezTo>
                  <a:pt x="457200" y="389328"/>
                  <a:pt x="434437" y="406400"/>
                  <a:pt x="406400" y="406400"/>
                </a:cubicBezTo>
                <a:close/>
                <a:moveTo>
                  <a:pt x="677333" y="368300"/>
                </a:moveTo>
                <a:cubicBezTo>
                  <a:pt x="677333" y="389328"/>
                  <a:pt x="654571" y="406400"/>
                  <a:pt x="626533" y="406400"/>
                </a:cubicBezTo>
                <a:cubicBezTo>
                  <a:pt x="598496" y="406400"/>
                  <a:pt x="575733" y="389328"/>
                  <a:pt x="575733" y="368300"/>
                </a:cubicBezTo>
                <a:cubicBezTo>
                  <a:pt x="575733" y="347272"/>
                  <a:pt x="598496" y="330200"/>
                  <a:pt x="626533" y="330200"/>
                </a:cubicBezTo>
                <a:cubicBezTo>
                  <a:pt x="654571" y="330200"/>
                  <a:pt x="677333" y="347272"/>
                  <a:pt x="677333" y="368300"/>
                </a:cubicBezTo>
                <a:close/>
                <a:moveTo>
                  <a:pt x="186267" y="558800"/>
                </a:moveTo>
                <a:cubicBezTo>
                  <a:pt x="158229" y="558800"/>
                  <a:pt x="135467" y="541728"/>
                  <a:pt x="135467" y="520700"/>
                </a:cubicBezTo>
                <a:cubicBezTo>
                  <a:pt x="135467" y="499672"/>
                  <a:pt x="158229" y="482600"/>
                  <a:pt x="186267" y="482600"/>
                </a:cubicBezTo>
                <a:cubicBezTo>
                  <a:pt x="214304" y="482600"/>
                  <a:pt x="237067" y="499672"/>
                  <a:pt x="237067" y="520700"/>
                </a:cubicBezTo>
                <a:cubicBezTo>
                  <a:pt x="237067" y="541728"/>
                  <a:pt x="214304" y="558800"/>
                  <a:pt x="186267" y="558800"/>
                </a:cubicBezTo>
                <a:close/>
                <a:moveTo>
                  <a:pt x="457200" y="520700"/>
                </a:moveTo>
                <a:cubicBezTo>
                  <a:pt x="457200" y="541728"/>
                  <a:pt x="434437" y="558800"/>
                  <a:pt x="406400" y="558800"/>
                </a:cubicBezTo>
                <a:cubicBezTo>
                  <a:pt x="378363" y="558800"/>
                  <a:pt x="355600" y="541728"/>
                  <a:pt x="355600" y="520700"/>
                </a:cubicBezTo>
                <a:cubicBezTo>
                  <a:pt x="355600" y="499672"/>
                  <a:pt x="378363" y="482600"/>
                  <a:pt x="406400" y="482600"/>
                </a:cubicBezTo>
                <a:cubicBezTo>
                  <a:pt x="434437" y="482600"/>
                  <a:pt x="457200" y="499672"/>
                  <a:pt x="457200" y="520700"/>
                </a:cubicBezTo>
                <a:close/>
                <a:moveTo>
                  <a:pt x="626533" y="558800"/>
                </a:moveTo>
                <a:cubicBezTo>
                  <a:pt x="598496" y="558800"/>
                  <a:pt x="575733" y="541728"/>
                  <a:pt x="575733" y="520700"/>
                </a:cubicBezTo>
                <a:cubicBezTo>
                  <a:pt x="575733" y="499672"/>
                  <a:pt x="598496" y="482600"/>
                  <a:pt x="626533" y="482600"/>
                </a:cubicBezTo>
                <a:cubicBezTo>
                  <a:pt x="654571" y="482600"/>
                  <a:pt x="677333" y="499672"/>
                  <a:pt x="677333" y="520700"/>
                </a:cubicBezTo>
                <a:cubicBezTo>
                  <a:pt x="677333" y="541728"/>
                  <a:pt x="654571" y="558800"/>
                  <a:pt x="626533" y="558800"/>
                </a:cubicBezTo>
                <a:close/>
                <a:moveTo>
                  <a:pt x="135467" y="673100"/>
                </a:moveTo>
                <a:cubicBezTo>
                  <a:pt x="135467" y="651986"/>
                  <a:pt x="158115" y="635000"/>
                  <a:pt x="186267" y="635000"/>
                </a:cubicBezTo>
                <a:lnTo>
                  <a:pt x="423333" y="635000"/>
                </a:lnTo>
                <a:cubicBezTo>
                  <a:pt x="451485" y="635000"/>
                  <a:pt x="474133" y="651986"/>
                  <a:pt x="474133" y="673100"/>
                </a:cubicBezTo>
                <a:cubicBezTo>
                  <a:pt x="474133" y="694214"/>
                  <a:pt x="451485" y="711200"/>
                  <a:pt x="423333" y="711200"/>
                </a:cubicBezTo>
                <a:lnTo>
                  <a:pt x="186267" y="711200"/>
                </a:lnTo>
                <a:cubicBezTo>
                  <a:pt x="158115" y="711200"/>
                  <a:pt x="135467" y="694214"/>
                  <a:pt x="135467" y="673100"/>
                </a:cubicBezTo>
                <a:close/>
                <a:moveTo>
                  <a:pt x="626533" y="635000"/>
                </a:moveTo>
                <a:cubicBezTo>
                  <a:pt x="654685" y="635000"/>
                  <a:pt x="677333" y="651986"/>
                  <a:pt x="677333" y="673100"/>
                </a:cubicBezTo>
                <a:cubicBezTo>
                  <a:pt x="677333" y="694214"/>
                  <a:pt x="654685" y="711200"/>
                  <a:pt x="626533" y="711200"/>
                </a:cubicBezTo>
                <a:cubicBezTo>
                  <a:pt x="598382" y="711200"/>
                  <a:pt x="575733" y="694214"/>
                  <a:pt x="575733" y="673100"/>
                </a:cubicBezTo>
                <a:cubicBezTo>
                  <a:pt x="575733" y="651986"/>
                  <a:pt x="598382" y="635000"/>
                  <a:pt x="626533" y="6350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Ошибка в начислениях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23000" y="508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управляющей компании ошиблись при расчёте суммы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922000" y="2921000"/>
            <a:ext cx="4572000" cy="533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649200" y="3429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35467" y="0"/>
                </a:moveTo>
                <a:cubicBezTo>
                  <a:pt x="85654" y="0"/>
                  <a:pt x="45156" y="45561"/>
                  <a:pt x="45156" y="101600"/>
                </a:cubicBezTo>
                <a:lnTo>
                  <a:pt x="45156" y="711200"/>
                </a:lnTo>
                <a:cubicBezTo>
                  <a:pt x="45156" y="767239"/>
                  <a:pt x="85654" y="812800"/>
                  <a:pt x="135467" y="812800"/>
                </a:cubicBezTo>
                <a:lnTo>
                  <a:pt x="389467" y="812800"/>
                </a:lnTo>
                <a:cubicBezTo>
                  <a:pt x="357434" y="762794"/>
                  <a:pt x="338667" y="701358"/>
                  <a:pt x="338667" y="635000"/>
                </a:cubicBezTo>
                <a:cubicBezTo>
                  <a:pt x="338667" y="475298"/>
                  <a:pt x="447887" y="344170"/>
                  <a:pt x="587022" y="331311"/>
                </a:cubicBezTo>
                <a:lnTo>
                  <a:pt x="587022" y="270828"/>
                </a:lnTo>
                <a:cubicBezTo>
                  <a:pt x="587022" y="243840"/>
                  <a:pt x="577568" y="217964"/>
                  <a:pt x="560634" y="198914"/>
                </a:cubicBezTo>
                <a:lnTo>
                  <a:pt x="410210" y="29686"/>
                </a:lnTo>
                <a:cubicBezTo>
                  <a:pt x="393277" y="10636"/>
                  <a:pt x="370417" y="0"/>
                  <a:pt x="346428" y="0"/>
                </a:cubicBezTo>
                <a:lnTo>
                  <a:pt x="135467" y="0"/>
                </a:lnTo>
                <a:close/>
                <a:moveTo>
                  <a:pt x="504472" y="279400"/>
                </a:moveTo>
                <a:lnTo>
                  <a:pt x="372533" y="279400"/>
                </a:lnTo>
                <a:cubicBezTo>
                  <a:pt x="353766" y="279400"/>
                  <a:pt x="338667" y="262414"/>
                  <a:pt x="338667" y="241300"/>
                </a:cubicBezTo>
                <a:lnTo>
                  <a:pt x="338667" y="92869"/>
                </a:lnTo>
                <a:lnTo>
                  <a:pt x="504472" y="279400"/>
                </a:lnTo>
                <a:close/>
                <a:moveTo>
                  <a:pt x="609600" y="863600"/>
                </a:moveTo>
                <a:cubicBezTo>
                  <a:pt x="721749" y="863600"/>
                  <a:pt x="812800" y="761168"/>
                  <a:pt x="812800" y="635000"/>
                </a:cubicBezTo>
                <a:cubicBezTo>
                  <a:pt x="812800" y="508832"/>
                  <a:pt x="721749" y="406400"/>
                  <a:pt x="609600" y="406400"/>
                </a:cubicBezTo>
                <a:cubicBezTo>
                  <a:pt x="497451" y="406400"/>
                  <a:pt x="406400" y="508832"/>
                  <a:pt x="406400" y="635000"/>
                </a:cubicBezTo>
                <a:cubicBezTo>
                  <a:pt x="406400" y="761168"/>
                  <a:pt x="497451" y="863600"/>
                  <a:pt x="609600" y="863600"/>
                </a:cubicBezTo>
                <a:close/>
                <a:moveTo>
                  <a:pt x="693279" y="576739"/>
                </a:moveTo>
                <a:lnTo>
                  <a:pt x="641491" y="635000"/>
                </a:lnTo>
                <a:lnTo>
                  <a:pt x="693279" y="693261"/>
                </a:lnTo>
                <a:cubicBezTo>
                  <a:pt x="702028" y="703104"/>
                  <a:pt x="702028" y="719296"/>
                  <a:pt x="693279" y="729139"/>
                </a:cubicBezTo>
                <a:cubicBezTo>
                  <a:pt x="684530" y="738981"/>
                  <a:pt x="670137" y="738981"/>
                  <a:pt x="661388" y="729139"/>
                </a:cubicBezTo>
                <a:lnTo>
                  <a:pt x="609600" y="670878"/>
                </a:lnTo>
                <a:lnTo>
                  <a:pt x="557812" y="729139"/>
                </a:lnTo>
                <a:cubicBezTo>
                  <a:pt x="549063" y="738981"/>
                  <a:pt x="534670" y="738981"/>
                  <a:pt x="525921" y="729139"/>
                </a:cubicBezTo>
                <a:cubicBezTo>
                  <a:pt x="517172" y="719296"/>
                  <a:pt x="517172" y="703104"/>
                  <a:pt x="525921" y="693261"/>
                </a:cubicBezTo>
                <a:lnTo>
                  <a:pt x="577709" y="635000"/>
                </a:lnTo>
                <a:lnTo>
                  <a:pt x="525921" y="576739"/>
                </a:lnTo>
                <a:cubicBezTo>
                  <a:pt x="517172" y="566896"/>
                  <a:pt x="517172" y="550704"/>
                  <a:pt x="525921" y="540861"/>
                </a:cubicBezTo>
                <a:cubicBezTo>
                  <a:pt x="534670" y="531019"/>
                  <a:pt x="549063" y="531019"/>
                  <a:pt x="557812" y="540861"/>
                </a:cubicBezTo>
                <a:lnTo>
                  <a:pt x="609600" y="599123"/>
                </a:lnTo>
                <a:lnTo>
                  <a:pt x="661388" y="540861"/>
                </a:lnTo>
                <a:cubicBezTo>
                  <a:pt x="670137" y="531019"/>
                  <a:pt x="684530" y="531019"/>
                  <a:pt x="693279" y="540861"/>
                </a:cubicBezTo>
                <a:cubicBezTo>
                  <a:pt x="702028" y="550704"/>
                  <a:pt x="702028" y="566896"/>
                  <a:pt x="693279" y="576739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1303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 учли платёж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303000" y="508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Ваши платежи не учтены при формировании нового счёта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Почему удобно пользоваться приложением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44450"/>
                </a:moveTo>
                <a:cubicBezTo>
                  <a:pt x="255834" y="44450"/>
                  <a:pt x="175948" y="95567"/>
                  <a:pt x="117793" y="156408"/>
                </a:cubicBezTo>
                <a:cubicBezTo>
                  <a:pt x="60008" y="216833"/>
                  <a:pt x="21361" y="288925"/>
                  <a:pt x="2963" y="338515"/>
                </a:cubicBezTo>
                <a:cubicBezTo>
                  <a:pt x="-1111" y="349488"/>
                  <a:pt x="-1111" y="361712"/>
                  <a:pt x="2963" y="372685"/>
                </a:cubicBezTo>
                <a:cubicBezTo>
                  <a:pt x="21361" y="422275"/>
                  <a:pt x="60008" y="494506"/>
                  <a:pt x="117793" y="554792"/>
                </a:cubicBezTo>
                <a:cubicBezTo>
                  <a:pt x="175948" y="615494"/>
                  <a:pt x="255834" y="666750"/>
                  <a:pt x="355600" y="666750"/>
                </a:cubicBezTo>
                <a:cubicBezTo>
                  <a:pt x="455366" y="666750"/>
                  <a:pt x="535252" y="615633"/>
                  <a:pt x="593408" y="554792"/>
                </a:cubicBezTo>
                <a:cubicBezTo>
                  <a:pt x="651193" y="494367"/>
                  <a:pt x="689839" y="422275"/>
                  <a:pt x="708237" y="372685"/>
                </a:cubicBezTo>
                <a:cubicBezTo>
                  <a:pt x="712311" y="361712"/>
                  <a:pt x="712311" y="349488"/>
                  <a:pt x="708237" y="338515"/>
                </a:cubicBezTo>
                <a:cubicBezTo>
                  <a:pt x="689839" y="288925"/>
                  <a:pt x="651193" y="216694"/>
                  <a:pt x="593408" y="156408"/>
                </a:cubicBezTo>
                <a:cubicBezTo>
                  <a:pt x="535252" y="95706"/>
                  <a:pt x="455366" y="44450"/>
                  <a:pt x="355600" y="44450"/>
                </a:cubicBezTo>
                <a:close/>
                <a:moveTo>
                  <a:pt x="177800" y="355600"/>
                </a:moveTo>
                <a:cubicBezTo>
                  <a:pt x="177800" y="245203"/>
                  <a:pt x="257470" y="155575"/>
                  <a:pt x="355600" y="155575"/>
                </a:cubicBezTo>
                <a:cubicBezTo>
                  <a:pt x="453730" y="155575"/>
                  <a:pt x="533400" y="245203"/>
                  <a:pt x="533400" y="355600"/>
                </a:cubicBezTo>
                <a:cubicBezTo>
                  <a:pt x="533400" y="465997"/>
                  <a:pt x="453730" y="555625"/>
                  <a:pt x="355600" y="555625"/>
                </a:cubicBezTo>
                <a:cubicBezTo>
                  <a:pt x="257470" y="555625"/>
                  <a:pt x="177800" y="465997"/>
                  <a:pt x="177800" y="355600"/>
                </a:cubicBezTo>
                <a:close/>
                <a:moveTo>
                  <a:pt x="355600" y="266700"/>
                </a:moveTo>
                <a:cubicBezTo>
                  <a:pt x="355600" y="315734"/>
                  <a:pt x="320163" y="355600"/>
                  <a:pt x="276578" y="355600"/>
                </a:cubicBezTo>
                <a:cubicBezTo>
                  <a:pt x="262378" y="355600"/>
                  <a:pt x="249043" y="351433"/>
                  <a:pt x="237437" y="343932"/>
                </a:cubicBezTo>
                <a:cubicBezTo>
                  <a:pt x="236202" y="359073"/>
                  <a:pt x="237314" y="374630"/>
                  <a:pt x="241018" y="390049"/>
                </a:cubicBezTo>
                <a:cubicBezTo>
                  <a:pt x="257933" y="461169"/>
                  <a:pt x="323003" y="503396"/>
                  <a:pt x="386221" y="484366"/>
                </a:cubicBezTo>
                <a:cubicBezTo>
                  <a:pt x="449439" y="465336"/>
                  <a:pt x="486974" y="392132"/>
                  <a:pt x="470059" y="321012"/>
                </a:cubicBezTo>
                <a:cubicBezTo>
                  <a:pt x="454995" y="257532"/>
                  <a:pt x="401532" y="217110"/>
                  <a:pt x="345228" y="222667"/>
                </a:cubicBezTo>
                <a:cubicBezTo>
                  <a:pt x="351772" y="235585"/>
                  <a:pt x="355600" y="250587"/>
                  <a:pt x="355600" y="2667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Всё видно на экране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платежи видны на экране телефона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9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85882" y="11946"/>
                </a:moveTo>
                <a:cubicBezTo>
                  <a:pt x="368796" y="-3889"/>
                  <a:pt x="342404" y="-3889"/>
                  <a:pt x="325457" y="11946"/>
                </a:cubicBezTo>
                <a:lnTo>
                  <a:pt x="14307" y="300871"/>
                </a:lnTo>
                <a:cubicBezTo>
                  <a:pt x="972" y="313373"/>
                  <a:pt x="-3473" y="332680"/>
                  <a:pt x="3195" y="349627"/>
                </a:cubicBezTo>
                <a:cubicBezTo>
                  <a:pt x="9862" y="366574"/>
                  <a:pt x="26114" y="377825"/>
                  <a:pt x="44450" y="377825"/>
                </a:cubicBezTo>
                <a:lnTo>
                  <a:pt x="66675" y="377825"/>
                </a:lnTo>
                <a:lnTo>
                  <a:pt x="66675" y="622300"/>
                </a:lnTo>
                <a:cubicBezTo>
                  <a:pt x="66675" y="671334"/>
                  <a:pt x="106541" y="711200"/>
                  <a:pt x="155575" y="711200"/>
                </a:cubicBezTo>
                <a:lnTo>
                  <a:pt x="555625" y="711200"/>
                </a:lnTo>
                <a:cubicBezTo>
                  <a:pt x="604659" y="711200"/>
                  <a:pt x="644525" y="671334"/>
                  <a:pt x="644525" y="622300"/>
                </a:cubicBezTo>
                <a:lnTo>
                  <a:pt x="644525" y="377825"/>
                </a:lnTo>
                <a:lnTo>
                  <a:pt x="666750" y="377825"/>
                </a:lnTo>
                <a:cubicBezTo>
                  <a:pt x="685086" y="377825"/>
                  <a:pt x="701477" y="366574"/>
                  <a:pt x="708144" y="349627"/>
                </a:cubicBezTo>
                <a:cubicBezTo>
                  <a:pt x="714812" y="332680"/>
                  <a:pt x="710367" y="313234"/>
                  <a:pt x="697032" y="300871"/>
                </a:cubicBezTo>
                <a:lnTo>
                  <a:pt x="385882" y="11946"/>
                </a:lnTo>
                <a:close/>
                <a:moveTo>
                  <a:pt x="333375" y="444500"/>
                </a:moveTo>
                <a:lnTo>
                  <a:pt x="377825" y="444500"/>
                </a:lnTo>
                <a:cubicBezTo>
                  <a:pt x="414635" y="444500"/>
                  <a:pt x="444500" y="474365"/>
                  <a:pt x="444500" y="511175"/>
                </a:cubicBezTo>
                <a:lnTo>
                  <a:pt x="444500" y="644525"/>
                </a:lnTo>
                <a:lnTo>
                  <a:pt x="266700" y="644525"/>
                </a:lnTo>
                <a:lnTo>
                  <a:pt x="266700" y="511175"/>
                </a:lnTo>
                <a:cubicBezTo>
                  <a:pt x="266700" y="474365"/>
                  <a:pt x="296565" y="444500"/>
                  <a:pt x="333375" y="4445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из дома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0" y="304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Можно проверить в любое время, не выходя из дома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7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29028" y="33337"/>
                </a:moveTo>
                <a:cubicBezTo>
                  <a:pt x="129028" y="-9595"/>
                  <a:pt x="160011" y="-44450"/>
                  <a:pt x="198173" y="-44450"/>
                </a:cubicBezTo>
                <a:cubicBezTo>
                  <a:pt x="236335" y="-44450"/>
                  <a:pt x="267317" y="-9595"/>
                  <a:pt x="267317" y="33337"/>
                </a:cubicBezTo>
                <a:cubicBezTo>
                  <a:pt x="267317" y="76270"/>
                  <a:pt x="236335" y="111125"/>
                  <a:pt x="198173" y="111125"/>
                </a:cubicBezTo>
                <a:cubicBezTo>
                  <a:pt x="160011" y="111125"/>
                  <a:pt x="129028" y="76270"/>
                  <a:pt x="129028" y="33337"/>
                </a:cubicBezTo>
                <a:close/>
                <a:moveTo>
                  <a:pt x="119151" y="285175"/>
                </a:moveTo>
                <a:lnTo>
                  <a:pt x="91246" y="316567"/>
                </a:lnTo>
                <a:cubicBezTo>
                  <a:pt x="83838" y="324902"/>
                  <a:pt x="79640" y="336153"/>
                  <a:pt x="79640" y="347960"/>
                </a:cubicBezTo>
                <a:lnTo>
                  <a:pt x="79640" y="400050"/>
                </a:lnTo>
                <a:cubicBezTo>
                  <a:pt x="79640" y="424636"/>
                  <a:pt x="61983" y="444500"/>
                  <a:pt x="40128" y="444500"/>
                </a:cubicBezTo>
                <a:cubicBezTo>
                  <a:pt x="18274" y="444500"/>
                  <a:pt x="617" y="424636"/>
                  <a:pt x="617" y="400050"/>
                </a:cubicBezTo>
                <a:lnTo>
                  <a:pt x="617" y="347960"/>
                </a:lnTo>
                <a:cubicBezTo>
                  <a:pt x="617" y="312539"/>
                  <a:pt x="13088" y="278646"/>
                  <a:pt x="35313" y="253643"/>
                </a:cubicBezTo>
                <a:lnTo>
                  <a:pt x="78652" y="204887"/>
                </a:lnTo>
                <a:cubicBezTo>
                  <a:pt x="106803" y="173216"/>
                  <a:pt x="144833" y="155436"/>
                  <a:pt x="184591" y="155436"/>
                </a:cubicBezTo>
                <a:cubicBezTo>
                  <a:pt x="230152" y="155436"/>
                  <a:pt x="273244" y="178772"/>
                  <a:pt x="301643" y="218777"/>
                </a:cubicBezTo>
                <a:lnTo>
                  <a:pt x="323868" y="250031"/>
                </a:lnTo>
                <a:cubicBezTo>
                  <a:pt x="331399" y="260588"/>
                  <a:pt x="342759" y="266700"/>
                  <a:pt x="354736" y="266700"/>
                </a:cubicBezTo>
                <a:lnTo>
                  <a:pt x="395728" y="266700"/>
                </a:lnTo>
                <a:cubicBezTo>
                  <a:pt x="417583" y="266700"/>
                  <a:pt x="435240" y="286564"/>
                  <a:pt x="435240" y="311150"/>
                </a:cubicBezTo>
                <a:cubicBezTo>
                  <a:pt x="435240" y="335736"/>
                  <a:pt x="417583" y="355600"/>
                  <a:pt x="395728" y="355600"/>
                </a:cubicBezTo>
                <a:lnTo>
                  <a:pt x="354736" y="355600"/>
                </a:lnTo>
                <a:cubicBezTo>
                  <a:pt x="318682" y="355600"/>
                  <a:pt x="284727" y="337125"/>
                  <a:pt x="262132" y="305594"/>
                </a:cubicBezTo>
                <a:lnTo>
                  <a:pt x="257440" y="299065"/>
                </a:lnTo>
                <a:lnTo>
                  <a:pt x="257440" y="459085"/>
                </a:lnTo>
                <a:lnTo>
                  <a:pt x="300038" y="500201"/>
                </a:lnTo>
                <a:cubicBezTo>
                  <a:pt x="321892" y="521315"/>
                  <a:pt x="336215" y="550485"/>
                  <a:pt x="340289" y="582573"/>
                </a:cubicBezTo>
                <a:lnTo>
                  <a:pt x="355847" y="704949"/>
                </a:lnTo>
                <a:cubicBezTo>
                  <a:pt x="358934" y="729258"/>
                  <a:pt x="343870" y="751761"/>
                  <a:pt x="322263" y="755233"/>
                </a:cubicBezTo>
                <a:cubicBezTo>
                  <a:pt x="300655" y="758706"/>
                  <a:pt x="280652" y="741759"/>
                  <a:pt x="277566" y="717451"/>
                </a:cubicBezTo>
                <a:lnTo>
                  <a:pt x="262008" y="595074"/>
                </a:lnTo>
                <a:cubicBezTo>
                  <a:pt x="260650" y="584379"/>
                  <a:pt x="255834" y="574655"/>
                  <a:pt x="248550" y="567571"/>
                </a:cubicBezTo>
                <a:lnTo>
                  <a:pt x="160514" y="482699"/>
                </a:lnTo>
                <a:cubicBezTo>
                  <a:pt x="134214" y="457418"/>
                  <a:pt x="119151" y="420330"/>
                  <a:pt x="119151" y="381437"/>
                </a:cubicBezTo>
                <a:lnTo>
                  <a:pt x="119151" y="285175"/>
                </a:lnTo>
                <a:close/>
                <a:moveTo>
                  <a:pt x="119274" y="515342"/>
                </a:moveTo>
                <a:cubicBezTo>
                  <a:pt x="122238" y="518537"/>
                  <a:pt x="125201" y="521732"/>
                  <a:pt x="128411" y="524788"/>
                </a:cubicBezTo>
                <a:lnTo>
                  <a:pt x="185208" y="579517"/>
                </a:lnTo>
                <a:lnTo>
                  <a:pt x="182492" y="590074"/>
                </a:lnTo>
                <a:cubicBezTo>
                  <a:pt x="176936" y="611882"/>
                  <a:pt x="166564" y="631746"/>
                  <a:pt x="152365" y="647720"/>
                </a:cubicBezTo>
                <a:lnTo>
                  <a:pt x="68033" y="742593"/>
                </a:lnTo>
                <a:cubicBezTo>
                  <a:pt x="52599" y="759956"/>
                  <a:pt x="27534" y="759956"/>
                  <a:pt x="12100" y="742593"/>
                </a:cubicBezTo>
                <a:cubicBezTo>
                  <a:pt x="-3334" y="725230"/>
                  <a:pt x="-3334" y="697032"/>
                  <a:pt x="12100" y="679668"/>
                </a:cubicBezTo>
                <a:lnTo>
                  <a:pt x="96432" y="584795"/>
                </a:lnTo>
                <a:cubicBezTo>
                  <a:pt x="101124" y="579517"/>
                  <a:pt x="104581" y="572849"/>
                  <a:pt x="106433" y="565626"/>
                </a:cubicBezTo>
                <a:lnTo>
                  <a:pt x="119274" y="515342"/>
                </a:lnTo>
                <a:close/>
                <a:moveTo>
                  <a:pt x="624152" y="479227"/>
                </a:moveTo>
                <a:cubicBezTo>
                  <a:pt x="612546" y="492284"/>
                  <a:pt x="593778" y="492284"/>
                  <a:pt x="582295" y="479227"/>
                </a:cubicBezTo>
                <a:cubicBezTo>
                  <a:pt x="570812" y="466169"/>
                  <a:pt x="570689" y="445056"/>
                  <a:pt x="582295" y="432137"/>
                </a:cubicBezTo>
                <a:lnTo>
                  <a:pt x="620571" y="389076"/>
                </a:lnTo>
                <a:lnTo>
                  <a:pt x="494506" y="389076"/>
                </a:lnTo>
                <a:cubicBezTo>
                  <a:pt x="478084" y="389076"/>
                  <a:pt x="464873" y="374213"/>
                  <a:pt x="464873" y="355739"/>
                </a:cubicBezTo>
                <a:cubicBezTo>
                  <a:pt x="464873" y="337264"/>
                  <a:pt x="478084" y="322401"/>
                  <a:pt x="494506" y="322401"/>
                </a:cubicBezTo>
                <a:lnTo>
                  <a:pt x="620571" y="322401"/>
                </a:lnTo>
                <a:lnTo>
                  <a:pt x="582295" y="279340"/>
                </a:lnTo>
                <a:cubicBezTo>
                  <a:pt x="570689" y="266283"/>
                  <a:pt x="570689" y="245170"/>
                  <a:pt x="582295" y="232251"/>
                </a:cubicBezTo>
                <a:cubicBezTo>
                  <a:pt x="593901" y="219333"/>
                  <a:pt x="612669" y="219194"/>
                  <a:pt x="624152" y="232251"/>
                </a:cubicBezTo>
                <a:lnTo>
                  <a:pt x="713052" y="332264"/>
                </a:lnTo>
                <a:cubicBezTo>
                  <a:pt x="724658" y="345321"/>
                  <a:pt x="724658" y="366435"/>
                  <a:pt x="713052" y="379353"/>
                </a:cubicBezTo>
                <a:lnTo>
                  <a:pt x="624152" y="479365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 очередей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6477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нужно стоять в очередях в банке или ЖКХ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8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9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88900" y="88900"/>
                </a:moveTo>
                <a:cubicBezTo>
                  <a:pt x="88900" y="39866"/>
                  <a:pt x="128766" y="0"/>
                  <a:pt x="177800" y="0"/>
                </a:cubicBezTo>
                <a:lnTo>
                  <a:pt x="474365" y="0"/>
                </a:lnTo>
                <a:cubicBezTo>
                  <a:pt x="497979" y="0"/>
                  <a:pt x="520621" y="9307"/>
                  <a:pt x="537289" y="25975"/>
                </a:cubicBezTo>
                <a:lnTo>
                  <a:pt x="596325" y="85011"/>
                </a:lnTo>
                <a:cubicBezTo>
                  <a:pt x="612993" y="101679"/>
                  <a:pt x="622300" y="124321"/>
                  <a:pt x="622300" y="147935"/>
                </a:cubicBezTo>
                <a:lnTo>
                  <a:pt x="622300" y="200025"/>
                </a:lnTo>
                <a:lnTo>
                  <a:pt x="88900" y="200025"/>
                </a:lnTo>
                <a:lnTo>
                  <a:pt x="88900" y="88900"/>
                </a:lnTo>
                <a:close/>
                <a:moveTo>
                  <a:pt x="0" y="355600"/>
                </a:moveTo>
                <a:cubicBezTo>
                  <a:pt x="0" y="306566"/>
                  <a:pt x="39866" y="266700"/>
                  <a:pt x="88900" y="266700"/>
                </a:cubicBezTo>
                <a:lnTo>
                  <a:pt x="622300" y="266700"/>
                </a:lnTo>
                <a:cubicBezTo>
                  <a:pt x="671334" y="266700"/>
                  <a:pt x="711200" y="306566"/>
                  <a:pt x="711200" y="355600"/>
                </a:cubicBezTo>
                <a:lnTo>
                  <a:pt x="711200" y="488950"/>
                </a:lnTo>
                <a:cubicBezTo>
                  <a:pt x="711200" y="513536"/>
                  <a:pt x="691336" y="533400"/>
                  <a:pt x="666750" y="533400"/>
                </a:cubicBezTo>
                <a:lnTo>
                  <a:pt x="622300" y="533400"/>
                </a:lnTo>
                <a:lnTo>
                  <a:pt x="622300" y="622300"/>
                </a:lnTo>
                <a:cubicBezTo>
                  <a:pt x="622300" y="671334"/>
                  <a:pt x="582434" y="711200"/>
                  <a:pt x="533400" y="711200"/>
                </a:cubicBezTo>
                <a:lnTo>
                  <a:pt x="177800" y="711200"/>
                </a:lnTo>
                <a:cubicBezTo>
                  <a:pt x="128766" y="711200"/>
                  <a:pt x="88900" y="671334"/>
                  <a:pt x="88900" y="622300"/>
                </a:cubicBezTo>
                <a:lnTo>
                  <a:pt x="88900" y="533400"/>
                </a:lnTo>
                <a:lnTo>
                  <a:pt x="44450" y="533400"/>
                </a:lnTo>
                <a:cubicBezTo>
                  <a:pt x="19864" y="533400"/>
                  <a:pt x="0" y="513536"/>
                  <a:pt x="0" y="488950"/>
                </a:cubicBezTo>
                <a:lnTo>
                  <a:pt x="0" y="355600"/>
                </a:lnTo>
                <a:close/>
                <a:moveTo>
                  <a:pt x="177800" y="577850"/>
                </a:moveTo>
                <a:lnTo>
                  <a:pt x="177800" y="622300"/>
                </a:lnTo>
                <a:lnTo>
                  <a:pt x="533400" y="622300"/>
                </a:lnTo>
                <a:lnTo>
                  <a:pt x="533400" y="488950"/>
                </a:lnTo>
                <a:lnTo>
                  <a:pt x="177800" y="488950"/>
                </a:lnTo>
                <a:lnTo>
                  <a:pt x="177800" y="577850"/>
                </a:lnTo>
                <a:close/>
                <a:moveTo>
                  <a:pt x="633412" y="377825"/>
                </a:moveTo>
                <a:cubicBezTo>
                  <a:pt x="633412" y="359426"/>
                  <a:pt x="618474" y="344488"/>
                  <a:pt x="600075" y="344488"/>
                </a:cubicBezTo>
                <a:cubicBezTo>
                  <a:pt x="581676" y="344488"/>
                  <a:pt x="566738" y="359426"/>
                  <a:pt x="566738" y="377825"/>
                </a:cubicBezTo>
                <a:cubicBezTo>
                  <a:pt x="566738" y="396224"/>
                  <a:pt x="581676" y="411162"/>
                  <a:pt x="600075" y="411162"/>
                </a:cubicBezTo>
                <a:cubicBezTo>
                  <a:pt x="618474" y="411162"/>
                  <a:pt x="633412" y="396224"/>
                  <a:pt x="633412" y="377825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Сохранить квитанцию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06000" y="6477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Можно сразу распечатать или сохранить квитанцию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5.sixthtone.com/ab14eb5c35f510ed1e335b21b0eeef9fd06ede16.jpg"/>
          <p:cNvPicPr>
            <a:picLocks noChangeAspect="1"/>
          </p:cNvPicPr>
          <p:nvPr/>
        </p:nvPicPr>
        <p:blipFill>
          <a:blip r:embed="rId3"/>
          <a:srcRect l="-56460" r="-564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6A4F">
                  <a:alpha val="93000"/>
                </a:srgbClr>
              </a:gs>
              <a:gs pos="60000">
                <a:srgbClr val="2D6A4F">
                  <a:alpha val="80000"/>
                </a:srgbClr>
              </a:gs>
              <a:gs pos="100000">
                <a:srgbClr val="2D6A4F">
                  <a:alpha val="33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Установка приложения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16000" y="4826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8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Всего три простых шага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Шаг 1. Найдите приложение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1524000" cy="1524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52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302000" y="2032000"/>
            <a:ext cx="12192000" cy="660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0" y="2286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Два варианта: приложение вашего банка или «Госуслуги»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3048000"/>
            <a:ext cx="1117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 iPhone: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откройте приложение </a:t>
            </a: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 Store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 Android: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откройте </a:t>
            </a: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Play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</a:t>
            </a: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RuStore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строке поиска введите название: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«Сбербанк Онлайн» — если у вас карта Сбера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«Госуслуги» — для проверки всех платежей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Попросите внуков помочь, если не найдёте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Шаг 2. Установите и откройте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1524000" cy="1524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52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302000" y="2032000"/>
            <a:ext cx="12192000" cy="660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0" y="2540000"/>
            <a:ext cx="1117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Нажмите кнопку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«Установить»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«Скачать»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Дождитесь загрузки — появится значок на рабочем столе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Нажмите на значок, чтобы открыть приложение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40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Загрузка может занять несколько минут — наберитесь терпения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Шаг 3. Зарегистрируйтесь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1524000" cy="1524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52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302000" y="2032000"/>
            <a:ext cx="12192000" cy="660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0" y="2286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Вам понадобятся: паспорт, СНИЛС, номер телефона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3048000"/>
            <a:ext cx="1117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Введите номер телефона → придёт смс с кодом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Введите код из смс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Заполните данные: ФИО, дата рождения, паспорт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Придумайте пароль для входа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Готово! Вы вошли в приложение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Если возникнут сложности — позвоните в банк, помогут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ttyimages.com/2473144dd2ffd1c75768a920ef18236946e7057e.jpg"/>
          <p:cNvPicPr>
            <a:picLocks noChangeAspect="1"/>
          </p:cNvPicPr>
          <p:nvPr/>
        </p:nvPicPr>
        <p:blipFill>
          <a:blip r:embed="rId3"/>
          <a:srcRect l="-56460" r="-564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6A4F">
                  <a:alpha val="93000"/>
                </a:srgbClr>
              </a:gs>
              <a:gs pos="60000">
                <a:srgbClr val="2D6A4F">
                  <a:alpha val="80000"/>
                </a:srgbClr>
              </a:gs>
              <a:gs pos="100000">
                <a:srgbClr val="2D6A4F">
                  <a:alpha val="33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платежей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16000" y="4826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8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Как найти информацию о платежах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Проверяем историю платежей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14732000" cy="6477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413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413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2413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приложении найдите раздел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«Платежи»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«История»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0000" y="3556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556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0" y="3556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Выберите период: например,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последние 3 месяца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70000" y="4699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699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86000" y="4699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 увидите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список всех платежей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датами и суммами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70000" y="5842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842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86000" y="5842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платеж есть в списке — значит,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он прошёл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70000" y="6985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6985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286000" y="6985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Нажмите на платеж, чтобы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увидеть детали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Сравниваем с квитанцией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14732000" cy="6477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413000"/>
            <a:ext cx="1371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Найдите в деталях платежа: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дату, сумму, получателя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Сравните с квитанцией из ЖКХ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Если суммы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совпадают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возможно, ошибка в начислениях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В приложении можно </a:t>
            </a: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скачать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отправить квитанцию на email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40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Сфотографируйте экран телефона, чтобы сохранить доказательство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делать, если нашли ошибку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714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платеж прошёл, а в квитанции большая сумма: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667000"/>
            <a:ext cx="4572000" cy="406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89200" y="3048000"/>
            <a:ext cx="812800" cy="812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2489200" y="3048000"/>
            <a:ext cx="8128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43000" y="406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Сохраните доказательство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4699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Сделайте скриншот экрана из приложения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842000" y="2667000"/>
            <a:ext cx="4572000" cy="406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69200" y="3048000"/>
            <a:ext cx="812800" cy="812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7569200" y="3048000"/>
            <a:ext cx="8128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23000" y="406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Позвоните в ЖКХ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23000" y="4699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Обратитесь в управляющую компанию с квитанцией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922000" y="2667000"/>
            <a:ext cx="4572000" cy="406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649200" y="3048000"/>
            <a:ext cx="812800" cy="812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2649200" y="3048000"/>
            <a:ext cx="8128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303000" y="406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Обратитесь в банк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303000" y="4699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подтвердит факт оплаты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2000" y="7239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Телефоны горячих линий обычно указаны в квитанции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Важные правила безопасности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37067" y="133350"/>
                </a:moveTo>
                <a:lnTo>
                  <a:pt x="237067" y="222250"/>
                </a:lnTo>
                <a:lnTo>
                  <a:pt x="474133" y="222250"/>
                </a:lnTo>
                <a:lnTo>
                  <a:pt x="474133" y="133350"/>
                </a:lnTo>
                <a:cubicBezTo>
                  <a:pt x="474133" y="84316"/>
                  <a:pt x="420979" y="44450"/>
                  <a:pt x="355600" y="44450"/>
                </a:cubicBezTo>
                <a:cubicBezTo>
                  <a:pt x="290221" y="44450"/>
                  <a:pt x="237067" y="84316"/>
                  <a:pt x="237067" y="133350"/>
                </a:cubicBezTo>
                <a:close/>
                <a:moveTo>
                  <a:pt x="118533" y="222250"/>
                </a:moveTo>
                <a:lnTo>
                  <a:pt x="118533" y="133350"/>
                </a:lnTo>
                <a:cubicBezTo>
                  <a:pt x="118533" y="35143"/>
                  <a:pt x="224658" y="-44450"/>
                  <a:pt x="355600" y="-44450"/>
                </a:cubicBezTo>
                <a:cubicBezTo>
                  <a:pt x="486542" y="-44450"/>
                  <a:pt x="592667" y="35143"/>
                  <a:pt x="592667" y="133350"/>
                </a:cubicBezTo>
                <a:lnTo>
                  <a:pt x="592667" y="222250"/>
                </a:lnTo>
                <a:cubicBezTo>
                  <a:pt x="658045" y="222250"/>
                  <a:pt x="711200" y="262116"/>
                  <a:pt x="711200" y="311150"/>
                </a:cubicBezTo>
                <a:lnTo>
                  <a:pt x="711200" y="622300"/>
                </a:lnTo>
                <a:cubicBezTo>
                  <a:pt x="711200" y="671334"/>
                  <a:pt x="658045" y="711200"/>
                  <a:pt x="592667" y="711200"/>
                </a:cubicBezTo>
                <a:lnTo>
                  <a:pt x="118533" y="711200"/>
                </a:lnTo>
                <a:cubicBezTo>
                  <a:pt x="53155" y="711200"/>
                  <a:pt x="0" y="671334"/>
                  <a:pt x="0" y="622300"/>
                </a:cubicBezTo>
                <a:lnTo>
                  <a:pt x="0" y="311150"/>
                </a:lnTo>
                <a:cubicBezTo>
                  <a:pt x="0" y="262116"/>
                  <a:pt x="53155" y="222250"/>
                  <a:pt x="118533" y="22225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Пароль — только вы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Никому не говорите пароль от приложения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9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cubicBezTo>
                  <a:pt x="361990" y="0"/>
                  <a:pt x="368379" y="1389"/>
                  <a:pt x="374213" y="4028"/>
                </a:cubicBezTo>
                <a:lnTo>
                  <a:pt x="635913" y="115014"/>
                </a:lnTo>
                <a:cubicBezTo>
                  <a:pt x="666472" y="127933"/>
                  <a:pt x="689253" y="158075"/>
                  <a:pt x="689114" y="194469"/>
                </a:cubicBezTo>
                <a:cubicBezTo>
                  <a:pt x="688419" y="332264"/>
                  <a:pt x="631746" y="584379"/>
                  <a:pt x="392410" y="698976"/>
                </a:cubicBezTo>
                <a:cubicBezTo>
                  <a:pt x="369213" y="710089"/>
                  <a:pt x="342265" y="710089"/>
                  <a:pt x="319068" y="698976"/>
                </a:cubicBezTo>
                <a:cubicBezTo>
                  <a:pt x="79593" y="584379"/>
                  <a:pt x="23058" y="332264"/>
                  <a:pt x="22364" y="194469"/>
                </a:cubicBezTo>
                <a:cubicBezTo>
                  <a:pt x="22225" y="158075"/>
                  <a:pt x="45006" y="127933"/>
                  <a:pt x="75565" y="115014"/>
                </a:cubicBezTo>
                <a:lnTo>
                  <a:pt x="337125" y="4028"/>
                </a:lnTo>
                <a:cubicBezTo>
                  <a:pt x="342960" y="1389"/>
                  <a:pt x="349210" y="0"/>
                  <a:pt x="355600" y="0"/>
                </a:cubicBezTo>
                <a:close/>
                <a:moveTo>
                  <a:pt x="355600" y="92789"/>
                </a:moveTo>
                <a:lnTo>
                  <a:pt x="355600" y="617994"/>
                </a:lnTo>
                <a:cubicBezTo>
                  <a:pt x="547291" y="525205"/>
                  <a:pt x="598825" y="319623"/>
                  <a:pt x="600075" y="196552"/>
                </a:cubicBezTo>
                <a:lnTo>
                  <a:pt x="355600" y="92928"/>
                </a:lnTo>
                <a:lnTo>
                  <a:pt x="355600" y="92928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Осторожно с сайтами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0" y="304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вводите данные на подозрительных сайтах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7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660576" y="-34588"/>
                </a:moveTo>
                <a:cubicBezTo>
                  <a:pt x="672183" y="-47645"/>
                  <a:pt x="690951" y="-47645"/>
                  <a:pt x="702433" y="-34588"/>
                </a:cubicBezTo>
                <a:cubicBezTo>
                  <a:pt x="713916" y="-21530"/>
                  <a:pt x="714040" y="-417"/>
                  <a:pt x="702433" y="12502"/>
                </a:cubicBezTo>
                <a:lnTo>
                  <a:pt x="50624" y="746065"/>
                </a:lnTo>
                <a:cubicBezTo>
                  <a:pt x="39017" y="759123"/>
                  <a:pt x="20249" y="759123"/>
                  <a:pt x="8767" y="746065"/>
                </a:cubicBezTo>
                <a:cubicBezTo>
                  <a:pt x="-2716" y="733008"/>
                  <a:pt x="-2840" y="711895"/>
                  <a:pt x="8767" y="698976"/>
                </a:cubicBezTo>
                <a:lnTo>
                  <a:pt x="174713" y="512008"/>
                </a:lnTo>
                <a:cubicBezTo>
                  <a:pt x="110137" y="431304"/>
                  <a:pt x="63712" y="331708"/>
                  <a:pt x="42968" y="221417"/>
                </a:cubicBezTo>
                <a:cubicBezTo>
                  <a:pt x="23089" y="115431"/>
                  <a:pt x="91246" y="28615"/>
                  <a:pt x="171009" y="4028"/>
                </a:cubicBezTo>
                <a:lnTo>
                  <a:pt x="177800" y="1945"/>
                </a:lnTo>
                <a:cubicBezTo>
                  <a:pt x="202124" y="-5556"/>
                  <a:pt x="227559" y="8473"/>
                  <a:pt x="237190" y="34588"/>
                </a:cubicBezTo>
                <a:lnTo>
                  <a:pt x="287196" y="169743"/>
                </a:lnTo>
                <a:cubicBezTo>
                  <a:pt x="295716" y="192663"/>
                  <a:pt x="289789" y="219194"/>
                  <a:pt x="272627" y="235029"/>
                </a:cubicBezTo>
                <a:lnTo>
                  <a:pt x="218175" y="285175"/>
                </a:lnTo>
                <a:cubicBezTo>
                  <a:pt x="234103" y="324763"/>
                  <a:pt x="254723" y="361295"/>
                  <a:pt x="279294" y="394216"/>
                </a:cubicBezTo>
                <a:lnTo>
                  <a:pt x="660576" y="-34588"/>
                </a:lnTo>
                <a:close/>
                <a:moveTo>
                  <a:pt x="474874" y="707172"/>
                </a:moveTo>
                <a:cubicBezTo>
                  <a:pt x="397087" y="688558"/>
                  <a:pt x="325102" y="651887"/>
                  <a:pt x="262872" y="601186"/>
                </a:cubicBezTo>
                <a:lnTo>
                  <a:pt x="367700" y="483394"/>
                </a:lnTo>
                <a:cubicBezTo>
                  <a:pt x="382764" y="494784"/>
                  <a:pt x="398568" y="505063"/>
                  <a:pt x="414990" y="514231"/>
                </a:cubicBezTo>
                <a:lnTo>
                  <a:pt x="462650" y="448667"/>
                </a:lnTo>
                <a:cubicBezTo>
                  <a:pt x="476603" y="429359"/>
                  <a:pt x="500186" y="422831"/>
                  <a:pt x="520682" y="432276"/>
                </a:cubicBezTo>
                <a:lnTo>
                  <a:pt x="640821" y="488672"/>
                </a:lnTo>
                <a:cubicBezTo>
                  <a:pt x="664034" y="499507"/>
                  <a:pt x="676504" y="528122"/>
                  <a:pt x="669837" y="555486"/>
                </a:cubicBezTo>
                <a:lnTo>
                  <a:pt x="667985" y="563126"/>
                </a:lnTo>
                <a:cubicBezTo>
                  <a:pt x="646254" y="652859"/>
                  <a:pt x="568960" y="729536"/>
                  <a:pt x="474874" y="707172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Мошенники по телефону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6477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звонят «из банка» и просят код — вешайте трубку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8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9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701477" y="379214"/>
                </a:moveTo>
                <a:cubicBezTo>
                  <a:pt x="714534" y="366157"/>
                  <a:pt x="714534" y="345043"/>
                  <a:pt x="701477" y="332125"/>
                </a:cubicBezTo>
                <a:lnTo>
                  <a:pt x="501452" y="131961"/>
                </a:lnTo>
                <a:cubicBezTo>
                  <a:pt x="491867" y="122376"/>
                  <a:pt x="477560" y="119598"/>
                  <a:pt x="465058" y="124738"/>
                </a:cubicBezTo>
                <a:cubicBezTo>
                  <a:pt x="452557" y="129877"/>
                  <a:pt x="444500" y="142101"/>
                  <a:pt x="444500" y="155575"/>
                </a:cubicBezTo>
                <a:lnTo>
                  <a:pt x="444500" y="266700"/>
                </a:lnTo>
                <a:lnTo>
                  <a:pt x="288925" y="266700"/>
                </a:lnTo>
                <a:cubicBezTo>
                  <a:pt x="252115" y="266700"/>
                  <a:pt x="222250" y="296565"/>
                  <a:pt x="222250" y="333375"/>
                </a:cubicBezTo>
                <a:lnTo>
                  <a:pt x="222250" y="377825"/>
                </a:lnTo>
                <a:cubicBezTo>
                  <a:pt x="222250" y="414635"/>
                  <a:pt x="252115" y="444500"/>
                  <a:pt x="288925" y="444500"/>
                </a:cubicBezTo>
                <a:lnTo>
                  <a:pt x="444500" y="444500"/>
                </a:lnTo>
                <a:lnTo>
                  <a:pt x="444500" y="555625"/>
                </a:lnTo>
                <a:cubicBezTo>
                  <a:pt x="444500" y="569099"/>
                  <a:pt x="452557" y="581323"/>
                  <a:pt x="465058" y="586462"/>
                </a:cubicBezTo>
                <a:cubicBezTo>
                  <a:pt x="477560" y="591602"/>
                  <a:pt x="491867" y="588824"/>
                  <a:pt x="501452" y="579239"/>
                </a:cubicBezTo>
                <a:lnTo>
                  <a:pt x="701477" y="379214"/>
                </a:lnTo>
                <a:close/>
                <a:moveTo>
                  <a:pt x="222250" y="133350"/>
                </a:moveTo>
                <a:cubicBezTo>
                  <a:pt x="246836" y="133350"/>
                  <a:pt x="266700" y="113486"/>
                  <a:pt x="266700" y="88900"/>
                </a:cubicBezTo>
                <a:cubicBezTo>
                  <a:pt x="266700" y="64314"/>
                  <a:pt x="246836" y="44450"/>
                  <a:pt x="222250" y="44450"/>
                </a:cubicBezTo>
                <a:lnTo>
                  <a:pt x="133350" y="44450"/>
                </a:lnTo>
                <a:cubicBezTo>
                  <a:pt x="59730" y="44450"/>
                  <a:pt x="0" y="104180"/>
                  <a:pt x="0" y="177800"/>
                </a:cubicBezTo>
                <a:lnTo>
                  <a:pt x="0" y="533400"/>
                </a:lnTo>
                <a:cubicBezTo>
                  <a:pt x="0" y="607020"/>
                  <a:pt x="59730" y="666750"/>
                  <a:pt x="133350" y="666750"/>
                </a:cubicBezTo>
                <a:lnTo>
                  <a:pt x="222250" y="666750"/>
                </a:lnTo>
                <a:cubicBezTo>
                  <a:pt x="246836" y="666750"/>
                  <a:pt x="266700" y="646886"/>
                  <a:pt x="266700" y="622300"/>
                </a:cubicBezTo>
                <a:cubicBezTo>
                  <a:pt x="266700" y="597714"/>
                  <a:pt x="246836" y="577850"/>
                  <a:pt x="222250" y="577850"/>
                </a:cubicBezTo>
                <a:lnTo>
                  <a:pt x="133350" y="577850"/>
                </a:lnTo>
                <a:cubicBezTo>
                  <a:pt x="108764" y="577850"/>
                  <a:pt x="88900" y="557986"/>
                  <a:pt x="88900" y="533400"/>
                </a:cubicBezTo>
                <a:lnTo>
                  <a:pt x="88900" y="177800"/>
                </a:lnTo>
                <a:cubicBezTo>
                  <a:pt x="88900" y="153214"/>
                  <a:pt x="108764" y="133350"/>
                  <a:pt x="133350" y="133350"/>
                </a:cubicBezTo>
                <a:lnTo>
                  <a:pt x="222250" y="133350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Выходите из приложения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06000" y="6477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Всегда выходите из приложения после использования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2286000"/>
            <a:ext cx="381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 справитесь!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413000" y="4064000"/>
            <a:ext cx="1143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Теперь вы можете проверять платежи самостоятельно.</a:t>
            </a:r>
            <a:endParaRPr lang="en-US" sz="24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что-то непонятно — попросите внуков или соседей помочь с первым входом.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70800" y="6096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30411" y="155555"/>
                </a:moveTo>
                <a:lnTo>
                  <a:pt x="457200" y="192524"/>
                </a:lnTo>
                <a:lnTo>
                  <a:pt x="483989" y="155555"/>
                </a:lnTo>
                <a:cubicBezTo>
                  <a:pt x="528638" y="93762"/>
                  <a:pt x="600432" y="57150"/>
                  <a:pt x="676692" y="57150"/>
                </a:cubicBezTo>
                <a:cubicBezTo>
                  <a:pt x="807958" y="57150"/>
                  <a:pt x="914400" y="163592"/>
                  <a:pt x="914400" y="294858"/>
                </a:cubicBezTo>
                <a:lnTo>
                  <a:pt x="914400" y="299502"/>
                </a:lnTo>
                <a:cubicBezTo>
                  <a:pt x="914400" y="499884"/>
                  <a:pt x="664547" y="732592"/>
                  <a:pt x="534174" y="832068"/>
                </a:cubicBezTo>
                <a:cubicBezTo>
                  <a:pt x="512028" y="848856"/>
                  <a:pt x="484882" y="857250"/>
                  <a:pt x="457200" y="857250"/>
                </a:cubicBezTo>
                <a:cubicBezTo>
                  <a:pt x="429518" y="857250"/>
                  <a:pt x="402193" y="849035"/>
                  <a:pt x="380226" y="832068"/>
                </a:cubicBezTo>
                <a:cubicBezTo>
                  <a:pt x="249853" y="732592"/>
                  <a:pt x="0" y="499884"/>
                  <a:pt x="0" y="299502"/>
                </a:cubicBezTo>
                <a:lnTo>
                  <a:pt x="0" y="294858"/>
                </a:lnTo>
                <a:cubicBezTo>
                  <a:pt x="0" y="163592"/>
                  <a:pt x="106442" y="57150"/>
                  <a:pt x="237708" y="57150"/>
                </a:cubicBezTo>
                <a:cubicBezTo>
                  <a:pt x="313968" y="57150"/>
                  <a:pt x="385763" y="93762"/>
                  <a:pt x="430411" y="1555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Shape 4"/>
          <p:cNvSpPr/>
          <p:nvPr/>
        </p:nvSpPr>
        <p:spPr>
          <a:xfrm>
            <a:off x="6223000" y="7366000"/>
            <a:ext cx="3810000" cy="38100"/>
          </a:xfrm>
          <a:prstGeom prst="rect">
            <a:avLst/>
          </a:prstGeom>
          <a:solidFill>
            <a:srgbClr val="D4A373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571</Words>
  <Application>Microsoft Office PowerPoint</Application>
  <PresentationFormat>Произвольный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Quattrocento Sans</vt:lpstr>
      <vt:lpstr>MiSans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проверить коммунальные платежи через телефон</dc:title>
  <dc:subject>Как проверить коммунальные платежи через телефон</dc:subject>
  <dc:creator>Kimi</dc:creator>
  <cp:lastModifiedBy>408</cp:lastModifiedBy>
  <cp:revision>2</cp:revision>
  <dcterms:created xsi:type="dcterms:W3CDTF">2026-06-11T07:12:08Z</dcterms:created>
  <dcterms:modified xsi:type="dcterms:W3CDTF">2026-06-11T07:27:06Z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{"Label":"Как проверить коммунальные платежи через телефон","ContentProducer":"001191110108MACG2KBH8F10000","ProduceID":"19eb584e-12c2-8f5f-8000-0000fb8b2559","ReservedCode1":"","ContentPropagator":"001191110108MACG2KBH8F20000","PropagateID":"19eb57a9-a862-81b7-8000-095ac0aebc87","ReservedCode2":""}</vt:lpwstr>
  </property>
</Properties>
</file>